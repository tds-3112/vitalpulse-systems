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83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E74C3C">
              <a:alpha val="25000"/>
            </a:srgbClr>
          </a:solidFill>
          <a:ln w="12700">
            <a:solidFill>
              <a:srgbClr val="E74C3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62112" y="4434840"/>
            <a:ext cx="182880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82352" y="4434840"/>
            <a:ext cx="27432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VitalPulse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Next-Generation Blood Bank Management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Donors · Banks · Hospitals — In Real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84124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Daksh Sharma (23012011006)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Abhay Chaudhary (23012011001)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0E8D56C-281E-F828-AB92-D5C59B05C282}"/>
              </a:ext>
            </a:extLst>
          </p:cNvPr>
          <p:cNvSpPr/>
          <p:nvPr/>
        </p:nvSpPr>
        <p:spPr>
          <a:xfrm>
            <a:off x="3409072" y="4434840"/>
            <a:ext cx="182880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985DA074-91B5-F4CA-D07B-7C6D44EFE726}"/>
              </a:ext>
            </a:extLst>
          </p:cNvPr>
          <p:cNvSpPr/>
          <p:nvPr/>
        </p:nvSpPr>
        <p:spPr>
          <a:xfrm>
            <a:off x="5329312" y="4434840"/>
            <a:ext cx="27432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73389EDF-F39B-E554-89E5-4A282D05F271}"/>
              </a:ext>
            </a:extLst>
          </p:cNvPr>
          <p:cNvSpPr/>
          <p:nvPr/>
        </p:nvSpPr>
        <p:spPr>
          <a:xfrm>
            <a:off x="5767752" y="4434840"/>
            <a:ext cx="182880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233B6AE-71A2-98DF-6188-5AA7EEA3076C}"/>
              </a:ext>
            </a:extLst>
          </p:cNvPr>
          <p:cNvSpPr/>
          <p:nvPr/>
        </p:nvSpPr>
        <p:spPr>
          <a:xfrm>
            <a:off x="7687992" y="4434840"/>
            <a:ext cx="27432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19202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" y="1243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Integrated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170432"/>
            <a:ext cx="19202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0" y="1243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0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1170432"/>
            <a:ext cx="19202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79392" y="1243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79392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170432"/>
            <a:ext cx="192024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72784" y="12435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72784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" y="2395728"/>
            <a:ext cx="64008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Challenge: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243230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management today is hampered by fragmented data silos, inefficient manual dispatch, and dangerous communication delays — costing lives during emergency trauma situations.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3026664"/>
            <a:ext cx="64008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0632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VitalPulse Solution: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0632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comprehensive, production-grade web application that automates the entire blood banking lifecycle from donor registration to hospital fulfillment.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657600"/>
            <a:ext cx="64008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6941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Core: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369417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scalable MERN Stack (MongoDB, Express.js, React.js, Node.js) — leveraging cloud-native architecture for zero hardware investment and global accessibility.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" y="4288536"/>
            <a:ext cx="64008" cy="6035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325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432511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voluntary donors, central blood banks, and requisitioning hospitals on a singular, secure, real-time digital platform with role-based access control.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822960"/>
            <a:ext cx="2834640" cy="2834640"/>
          </a:xfrm>
          <a:prstGeom prst="ellipse">
            <a:avLst/>
          </a:prstGeom>
          <a:solidFill>
            <a:srgbClr val="8B0000">
              <a:alpha val="40000"/>
            </a:srgbClr>
          </a:solidFill>
          <a:ln w="12700">
            <a:solidFill>
              <a:srgbClr val="8B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the Healthcare Challenge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Irreplaceable Resource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3258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cannot be synthesized artificially — it is drawn exclusively from human donors. It is required every day for trauma care, surgical procedures, cancer treatment, organ transplants, and chronic conditions like sickle cell disease and hemophilia.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2103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 Perishable Product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313432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blood has a shelf life of just 42 days; platelets expire in only 5 days. Each blood component demands precise refrigeration, temperature monitoring, and handling protocols — making storage a critical operational challenge.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09067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29809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Logistical Puzzle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30098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8 blood types across hundreds of hospitals, managing daily fluctuating demand from emergency events, and coordinating donations across geographies is extraordinarily complex without intelligent digital systems.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407822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3968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428853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paper-based operational chaos into data-driven efficiency — reducing response times, eliminating human error, and ensuring the right blood reaches the right patient at the right moment to preserve human life.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Flaws in the Current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6576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Critical Time Delays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coordinators resort to frantic phone calls across multiple banks. Without real-time inventory visibility, staff spend 20–40 minutes locating compatible blood — a delay that can be fatal in trauma situations requiring immediate transfusion.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6576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48072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Human Error &amp; Inaccuracies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48072" y="153619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ledgers and handwritten transcription of blood group data are extremely error-prone. A single digit transposed in a blood type record can result in a fatal transfusion reaction — an entirely preventable medical catastrophe.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36576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3232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Poor Traceability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41071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contaminated batch of blood is identified post-distribution, manual auditing to trace all affected units takes days of labor-intensive investigation. Digital traceability with unique batch IDs enables recall in minutes, not days.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36576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48072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Catastrophic Wastage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48072" y="3410712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expiration alerts, valuable blood units silently expire inside refrigerators. Studies estimate up to 15% of collected blood is wasted globally. Digital tracking with proactive alerts virtually eliminates preventable expiration losses.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VitalPulse — System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5669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9264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panels display inventory capacity pie-charts, donation rate sparklines, and live activity tickers — giving administrators an instant operational picture without any manual data compilation.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869948"/>
            <a:ext cx="5669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6032" y="18699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18882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Registry (CRM)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21625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Constituent Relationship Management module empowering donors to self-register, track their eligibility windows, view personal donation histories, and receive automated reminders for next eligible donation dates.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660904"/>
            <a:ext cx="5669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" y="2660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9535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evaluates capacity limits across all blood types. Acts as a central warehouse tracker with automated 'Critical Level' flags triggered by Mongoose pre-save hooks when any blood group falls below configured thresholds.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3451860"/>
            <a:ext cx="5669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6032" y="34518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34701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Requisitioning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37444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submit secure digital blood requests via a structured queue system. Requests are clearly tagged as 'Normal' or 'Emergency' priority, ensuring administrators can visually triage and dispatch critical orders first.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4242816"/>
            <a:ext cx="56692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6032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Safety Defaults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45354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safeguards including auto-expiration flagging, stock-level alerts, and JWT-enforced session timeouts ensure the platform maintains data integrity and operational safety even during peak load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8229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read/write and command authority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and dispatch blood requests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0998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system-wide analytics and telemetry dashboards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621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 accounts and role assignments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142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audit logs and compliance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7432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6440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76472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Hospitals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76472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(Own Data)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057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manage own blood request carts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25786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real-time dispatch status and ETAs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0998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blood type summaries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3621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automated fulfillment notifications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4142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own historical request records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80760" y="1097280"/>
            <a:ext cx="27432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9048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02552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Donors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02552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Only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20574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update personal health profiles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5786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personal donation history and logs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0998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eligibility and next-donation reminders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621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health screening status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41422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personal donation certificates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" y="477316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Strict cryptographic JWT barriers ensure Donors and Hospitals cannot access the Administrator's operational matrix or each other's sensitive data.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System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24712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1124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" y="1682496"/>
            <a:ext cx="0" cy="21945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1064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Submits Request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807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log into their secure portal and submit a prioritized digital request specifying blood type (e.g., O-Negative), quantity, urgency level (Normal / Emergency), and required delivery timeframe.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911096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" y="1911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2468880"/>
            <a:ext cx="0" cy="21945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1892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Node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67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immediately hits the system's Verification Node — an automated backend service that queries live MongoDB inventory collections to confirm sufficient stock exists before proceeding.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97480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" y="3255264"/>
            <a:ext cx="0" cy="21945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2679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Kanban 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535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Administrator sees all incoming requests on a visual Kanban board. Emergency requests glow with a red priority tag, ensuring life-critical orders are immediately visible and addressed first.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483864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8600" y="3483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" y="4041648"/>
            <a:ext cx="0" cy="21945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 Instant Update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73989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clicking 'Approve', a cascading database transaction simultaneously deducts inventory values and updates the hospital's dashboard in real-time — ensuring both sides see consistent, accurate state immediately.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4270248"/>
            <a:ext cx="530352" cy="53035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8600" y="4270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Fulfillment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526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lifecycle progresses through 'Approved → Dispatched → Fulfilled' status stages. All events are logged to the audit trail, giving full traceability and accountability for every blood unit dispatched.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System Architecture &amp; Data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1031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1097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572768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Self-Registration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223113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" y="22311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Blood Requests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288950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28895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Inventory Commands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354787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28600" y="3547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Screening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2743200"/>
            <a:ext cx="7772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54680" y="1097280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54680" y="1097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1572768"/>
            <a:ext cx="2834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EFBBB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18688" y="160934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Router (Express.js)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1847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 handling all CRUD operations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231136"/>
            <a:ext cx="2834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EFBBB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18688" y="226771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18688" y="25054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tokens, enforces RBAC on every request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2889504"/>
            <a:ext cx="2834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EFBBB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18688" y="29260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Validators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18688" y="31638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Schema-level data validation &amp; pre-save hooks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3547872"/>
            <a:ext cx="2834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EFBBB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18688" y="358444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18688" y="382219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calculations, priority sorting, alert triggers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743200"/>
            <a:ext cx="7772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858000" y="1097280"/>
            <a:ext cx="210312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0" y="1097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1572768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03720" y="15727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React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231136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03720" y="22311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Responses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288950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03720" y="28895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Fulfillments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354787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03720" y="35478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Reports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4640" y="4663440"/>
            <a:ext cx="3474720" cy="347472"/>
          </a:xfrm>
          <a:prstGeom prst="rect">
            <a:avLst/>
          </a:prstGeom>
          <a:solidFill>
            <a:srgbClr val="FAE5E5"/>
          </a:solidFill>
          <a:ln w="12700">
            <a:solidFill>
              <a:srgbClr val="E8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834640" y="4663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MongoDB Atlas — UserModel · InventoryModel · RequestModel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Specifications &amp;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147572"/>
            <a:ext cx="3017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11475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UI/UX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559052"/>
            <a:ext cx="3017520" cy="3337560"/>
          </a:xfrm>
          <a:prstGeom prst="rect">
            <a:avLst/>
          </a:prstGeom>
          <a:solidFill>
            <a:srgbClr val="1F050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" y="1650492"/>
            <a:ext cx="54864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9456" y="16504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v18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" y="19065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framework with hooks and concurrent rendering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" y="2363724"/>
            <a:ext cx="54864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9456" y="23637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" y="26197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 for compile-time error detection and developer safety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" y="3076956"/>
            <a:ext cx="54864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9456" y="30769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" y="33329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 tooling with hot module replacement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" y="3790188"/>
            <a:ext cx="54864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19456" y="37901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" y="40462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utility-first CSS framework for rapid, consistent styling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" y="4503420"/>
            <a:ext cx="54864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19456" y="45034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" y="47594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chart library for real-time data visualizations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27248" y="1147572"/>
            <a:ext cx="18288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27248" y="11475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1559052"/>
            <a:ext cx="1828800" cy="3337560"/>
          </a:xfrm>
          <a:prstGeom prst="rect">
            <a:avLst/>
          </a:prstGeom>
          <a:solidFill>
            <a:srgbClr val="1F050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18688" y="1650492"/>
            <a:ext cx="54864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46704" y="16504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46704" y="19065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event-driven JavaScript runtime for high-concurrency APIs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2363724"/>
            <a:ext cx="54864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46704" y="23637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46704" y="26197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 RESTful API framework with middleware pipeline 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65776" y="1147572"/>
            <a:ext cx="18288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65776" y="11475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ODM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65776" y="1559052"/>
            <a:ext cx="1828800" cy="3337560"/>
          </a:xfrm>
          <a:prstGeom prst="rect">
            <a:avLst/>
          </a:prstGeom>
          <a:solidFill>
            <a:srgbClr val="1F0505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157216" y="1650492"/>
            <a:ext cx="5486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285232" y="16504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19065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NoSQL cloud database with horizontal scaling capabilities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57216" y="2363724"/>
            <a:ext cx="54864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285232" y="23637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26197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Document Mapper providing schema validation and lifecycle hooks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04304" y="1147572"/>
            <a:ext cx="2148840" cy="411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004304" y="114757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04304" y="1559052"/>
            <a:ext cx="2148840" cy="3337560"/>
          </a:xfrm>
          <a:prstGeom prst="rect">
            <a:avLst/>
          </a:prstGeom>
          <a:solidFill>
            <a:srgbClr val="1F0505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095744" y="1650492"/>
            <a:ext cx="54864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223760" y="16504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19065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password hashing with salt rounds for brute-force resistance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095744" y="2363724"/>
            <a:ext cx="54864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223760" y="23637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23760" y="26197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 with signed claims and RBAC enforcement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95744" y="3076956"/>
            <a:ext cx="54864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223760" y="30769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23760" y="33329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 preventing clickjacking, MIME-sniffing attacks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Security Protocols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251960" cy="42062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11612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Http Only Cookies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600200"/>
            <a:ext cx="40050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tokens are stored in server-set HttpOnly cookies — completely inaccessible to JavaScript. This design fundamentally eliminates the attack surface for client-side XSS token extraction, a leading web vulnerability (OWASP Top 10).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5196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73168" y="116128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Mongoose Pre-Save Hooks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600200"/>
            <a:ext cx="40050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mathematical validation hooks execute before any inventory record is persisted. These hooks enforce business rules (e.g., stock cannot go negative, capacity cannot exceed maximums) at the schema level — catching errors before they corrupt data.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251960" cy="4206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" y="312724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API Integration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3566160"/>
            <a:ext cx="40050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Postman routing suites stress-test all backend API endpoints with edge-case payloads. Tests validate correct status codes, error handling, authentication rejection, and data integrity across 50+ test scenarios.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251960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73168" y="312724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Trails (Winston &amp; Morgan)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3566160"/>
            <a:ext cx="40050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(application logger) and Morgan (HTTP logger) capture a timestamped audit trail of every system event and HTTP transaction. Administrators can reconstruct the exact sequence of operations for any compliance or incident investigation.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&amp; Operational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8686800" cy="1188720"/>
          </a:xfrm>
          <a:prstGeom prst="rect">
            <a:avLst/>
          </a:prstGeom>
          <a:solidFill>
            <a:srgbClr val="1F0505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5544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20700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~Zero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75564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Hardware CAPEX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Economic Advantage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architecture on MongoDB Atlas and cloud hosting completely eliminates the need for expensive on-premise server hardware. Automating clerical workflows that previously required multiple full-time staff translates into dramatic, measurable operational cost reduction.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8686800" cy="1188720"/>
          </a:xfrm>
          <a:prstGeom prst="rect">
            <a:avLst/>
          </a:prstGeom>
          <a:solidFill>
            <a:srgbClr val="1F0505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2395728"/>
            <a:ext cx="15544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25054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↓15%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" y="30540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Wastage Eliminated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🩸  Biological Savings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280720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expiration alerts fire well before blood units reach their expiry date, enabling proactive redistribution to high-demand hospitals. Digital batch tracking means zero units expire undetected — each unit saved is a potential life saved.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694176"/>
            <a:ext cx="8686800" cy="1188720"/>
          </a:xfrm>
          <a:prstGeom prst="rect">
            <a:avLst/>
          </a:prstGeom>
          <a:solidFill>
            <a:srgbClr val="1F0505"/>
          </a:solidFill>
          <a:ln w="12700">
            <a:solidFill>
              <a:srgbClr val="C0392B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155448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" y="38039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" y="435254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Dispatch Turnaround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Clinical Superiority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20240" y="4105656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intuitive, visual admin interface replaces frantic phone coordination with structured digital workflows. Emergency requests are visually prioritized, instantly approved, and dispatched within minutes — a transformative improvement over legacy 20–40 minute coordination processes.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Ahead — Future Enhancements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109728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38988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2070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Predictive Forecasting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Machine Learning models (LSTM or Prophet) trained on multi-year historical donation and request data to forecast blood type shortages weeks in advance. Proactive procurement campaigns can be triggered automatically before deficits occur — preventing crises rather than reacting to them.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414016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2414016"/>
            <a:ext cx="109728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" y="268833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5054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Live Courier GPS Tracking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84378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courier location tracking embedded directly in the hospital dashboard. Hospital ERs can monitor the exact transit status of dispatched blood — eliminating uncertainty, enabling surgical team preparation, and dramatically reducing pre-operative wait times in life-critical scenarios.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712464"/>
            <a:ext cx="8686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  <a:effectLst>
            <a:outerShdw blurRad="762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3712464"/>
            <a:ext cx="1097280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" y="398678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0390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IoT Refrigerator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1422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connections to IoT-enabled smart refrigerators provide continuous temperature telemetry. If any storage unit deviates from the WHO-mandated 2–6°C range, the system immediately flags affected blood units, alerts administrators, and logs the incident for compliance reporting — preventing silent spoilage.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VitalPulse replaces a fragmented, analog healthcare infrastructure with an intelligent, secure digital backbone — designed from first principles for the demands of modern blood banking.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eradicating life-threatening delays, eliminating human transcription errors, and automating inventory oversight, VitalPulse ensures the right blood reaches the right patient at the right moment.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84448"/>
            <a:ext cx="320040" cy="32004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embodies computing's highest calling: engineering scalable, reliable systems that directly support and preserve human life — turning lines of code into life-saving capability.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VitalPulse  |  Capstone Project  |  MERN Stack  |  © 2026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914400"/>
            <a:ext cx="5486400" cy="5486400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8B0000">
              <a:alpha val="20000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457200"/>
            <a:ext cx="45720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0" y="502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60604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VitalPulse  ·  Next-Generation Blood Bank Management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1842</Words>
  <Application>Microsoft Office PowerPoint</Application>
  <PresentationFormat>On-screen Show (16:9)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VitalPulse - Blood Bank Management System</dc:title>
  <dc:subject>PptxGenJS Presentation</dc:subject>
  <dc:creator>PptxGenJS</dc:creator>
  <cp:lastModifiedBy>Daksh Sharma</cp:lastModifiedBy>
  <cp:revision>5</cp:revision>
  <dcterms:created xsi:type="dcterms:W3CDTF">2026-04-11T06:48:32Z</dcterms:created>
  <dcterms:modified xsi:type="dcterms:W3CDTF">2026-04-13T07:53:52Z</dcterms:modified>
</cp:coreProperties>
</file>